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2 • Topic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Joining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07 Joining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Joining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why related data is stored across multiple tables instead of being duplicated.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INNER, LEFT, and RIGHT joins appropriately.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Read join conditions clearly and connect them to foreign keys.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aliases and multi-table joins to create richer business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Employee + department report.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Employee + mine assignment.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Equipment by mine.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Departmental payroll directory.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relational data is split across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well-designed schema avoids repeating long descriptive values in every row.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Instead of storing department name repeatedly inside employees, the schema stores department_id once per employee and the department details in a separate table.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This reduces duplication, improves maintainability, and prevents contradictory copies of the same business fact.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JOINs are how SQL temporarily rebuilds the richer view needed by a report or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Explain normalisation in simple language: store the fact once, then link to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Relationship path used in many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560320" cy="155448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2860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department_id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department_name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00200"/>
            <a:ext cx="2560320" cy="21945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691640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39112"/>
            <a:ext cx="22860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employee_id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department_id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mine_id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job_title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920240"/>
            <a:ext cx="2377440" cy="155448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2011680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mines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359152"/>
            <a:ext cx="21031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mine_id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mine_name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mine_type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697480.0"/>
            <a:ext cx="137160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1880" y="24963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department_id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2697480.0"/>
            <a:ext cx="1280160" cy="0.0"/>
          </a:xfrm>
          <a:prstGeom prst="line">
            <a:avLst/>
          </a:prstGeom>
          <a:ln w="19050">
            <a:solidFill>
              <a:srgbClr val="5E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0" y="24963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E6D7E"/>
                </a:solidFill>
                <a:latin typeface="Calibri"/>
              </a:rPr>
              <a:t>mine_id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89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69717A"/>
                </a:solidFill>
                <a:latin typeface="Calibri"/>
              </a:rPr>
              <a:t>A single employee report may need information from three tables even though no table stores every field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Join type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INNER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LEFT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Keep rows only when both tables match.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Best when only complete, matched records matter.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Head-office staff disappear from employee↔mine joins because mine_id is NULL.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Keep all rows from the left table.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Unmatched right-side values become NULL.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Best when the left table is the primary business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RIGHT JOIN is conceptually similar to LEFT JOIN, but with table sides reversed.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Employee plus department using INNER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This is the first classic reporting join in most SQL courses.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e.first_name,
    e.last_name,
    e.job_title,
    d.department_name
FROM employees e
INNER JOIN departments d
    ON e.department_id = d.department_id;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Aliases keep the query readable.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ON clause states exactly how the tables relate.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Employee plus mine using LEFT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LEFT JOIN is essential when some employees do not belong to a mine 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CONCAT(e.first_name, ' ', e.last_name) AS employee,
    e.job_title,
    COALESCE(m.mine_name, 'Head Office') AS site
FROM employees e
LEFT JOIN mines m
    ON e.mine_id = m.mine_id;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Every employee remains in the result.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COALESCE converts the NULL site into a readable business 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How to think through a join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Choose base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Which table contains the main rows you care about?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Identify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Which key connects to the second table?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Pick join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Do unmatched base rows need to remain visible?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Name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Choose columns that answer the business question.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Teaching join logic as a decision process helps learners avoid random trial-and-error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Three-table join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Multi-table joins create the rich outputs usually expected in real business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CONCAT(e.first_name, ' ', e.last_name) AS employee,
    d.department_name,
    COALESCE(m.mine_name, 'Head Office') AS site
FROM employees e
INNER JOIN departments d ON e.department_id = d.department_id
LEFT JOIN mines m ON e.mine_id = m.mine_id;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result now answers three questions at once: who, which department, and which 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Readability practices for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short aliases such as e, d, and m to reduce visual clutter.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Always qualify shared column names, especially ids and names, to avoid ambiguity.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Format each JOIN and ON clause on separate lines so learners can visually trace the data path.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joins from the business point of view before diving into syntax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For beginners, formatting is part of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Joining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JOINs reassemble related information that was intentionally split across tables.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The join type changes which unmatched rows are kept or discarded.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Good joins are built on clear keys and readable aliases.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Forgetting the join condition and producing a Cartesian product.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INNER JOIN when unmatched rows should still be shown.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Selecting columns without table aliases when names overlap across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Joining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