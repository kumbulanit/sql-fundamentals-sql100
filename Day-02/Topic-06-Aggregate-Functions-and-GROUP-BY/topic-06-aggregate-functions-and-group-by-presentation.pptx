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2 • Topic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Aggregate Functions and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06 Aggregate Functions And Group 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Aggregate Functions and GROUP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COUNT, SUM, AVG, MIN, and MAX to summarise data sets.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the difference between row-level queries and grouped summary queries.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GROUP BY to create business summaries per department, mine, or status.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HAVING to filter groups after aggregation.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Headcount by department.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Payroll by team.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Production by mine.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Equipment value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Row-level thinking vs summary-level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Row-level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Summary-level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Returns one row per stored record.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Used when the reader needs detail.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Example: each employee and their salary.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Returns one row per group or one row overall.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Used when the reader needs totals or averages.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Example: payroll per department.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Aggregation matters because managers usually want patterns and totals, not raw row dumps.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Aggregate functions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28600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393192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27048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Question it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66344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270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Example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039112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COUNT(*)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47672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039112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How many rows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47672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039112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How many employees exist?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78024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569464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SUM(col)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478024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569464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total?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478024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2569464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monthly payroll total?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08376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099816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AVG(col)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008376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099816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average?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008376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3099816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average salary?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38728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630168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MIN(col)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538728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3630168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smallest value?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538728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4" y="3630168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earliest hire date?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69080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16052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MAX(col)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069080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4160520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largest value?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069080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4160520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What is the highest revenue month?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17A"/>
                </a:solidFill>
                <a:latin typeface="Calibri"/>
              </a:rPr>
              <a:t>The teaching goal is not memorisation alone, but recognising which business question maps to which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Whole-table aggregation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These functions are easiest to learn when first applied to the full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COUNT(*) AS total_employees,
    ROUND(AVG(salary_zar), 2) AS avg_salary,
    MIN(salary_zar) AS lowest_salary,
    MAX(salary_zar) AS highest_salary,
    SUM(salary_zar) AS total_monthly_payroll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One input table can become one summary row.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is the foundation for grouped summaries next.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How GROUP BY forms summaries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Read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Start with the filtered table rows.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Split rows into groups using the chosen column.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Run COUNT, SUM, AVG, etc. inside each group.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Produce one output row per group.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GROUP BY does not merely sort data; it changes the grain of the result from detail to summary.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Grouped payroll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This is the kind of query managers often expect after learning basic 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department_id,
    COUNT(*) AS headcount,
    ROUND(AVG(salary_zar), 2) AS avg_salary,
    SUM(salary_zar) AS monthly_payroll
FROM employees
GROUP BY department_id
ORDER BY monthly_payroll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Every selected non-aggregate column must appear in GROUP BY.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result grain is now ‘one row per department’.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WHERE vs HAVING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HAVING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Filters individual rows.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Runs before GROUP BY.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Used for conditions like is_active =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Filters grouped results.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Runs after aggregation.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Used for conditions like COUNT(*) &gt;=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A simple memory rule: WHERE chooses rows, HAVING chooses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HAVING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HAVING is how grouped reports become targeted management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department_id, COUNT(*) AS headcount
FROM employees
GROUP BY department_id
HAVING COUNT(*) &gt;= 3
ORDER BY headcount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query first builds department groups, then removes the small groups.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is not possible with WHERE because the counts do not yet exist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Execution order for grouped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Identify source table(s).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Filter row-level conditions.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GROUP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Build groups.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HAVING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Keep or discard groups.</a:t>
            </a:r>
          </a:p>
        </p:txBody>
      </p:sp>
      <p:sp>
        <p:nvSpPr>
          <p:cNvPr id="21" name="Chevron 20"/>
          <p:cNvSpPr/>
          <p:nvPr/>
        </p:nvSpPr>
        <p:spPr>
          <a:xfrm>
            <a:off x="9418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SELECT/ORDER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Return and sort the grouped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This sequence is critical for explaining why some aliases or aggregates work in one clause but not another.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Aggregate Functions and GROUP 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Aggregate functions summarise sets; GROUP BY decides how those sets are formed.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WHERE filters rows before grouping; HAVING filters the grouped results.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Good aggregation turns raw operational data into managerial insight.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Mixing non-grouped columns into a grouped SELECT list.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Trying to use aggregate logic in WHERE instead of HAVING.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Confusing COUNT(*) with COUNT(column) when NULL values exist.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Aggregate Functions and GROUP BY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