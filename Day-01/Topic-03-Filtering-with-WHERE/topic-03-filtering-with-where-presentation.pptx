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1 • 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Filtering with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03 Filtering With Where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Filtering with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WHERE to reduce results to only the rows relevant to a question.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Apply comparison operators and logical operators correctly.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BETWEEN, IN, LIKE, and NULL checks in realistic scenarios.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Understand why parentheses and NULL handling matter in SQL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Only safety staff at a site.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Only recent hires.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Only active mines.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Only selected departments.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How WHERE changes a result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Full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Start with all rows in the source table.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Evaluate each row against the rule.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Keep / remove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Rows that pass stay; others disappear.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SELECT shows only the surviving rows.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Filtering happens before results are presented, which is why WHERE is so important for business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Comparison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28600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393192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2704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66344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270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Assmang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39112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47672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39112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Exactly equal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039112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department_id =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569464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&lt;&gt;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478024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569464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Not equal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78024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2569464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mine_type &lt;&gt; 'Chrome'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08376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099816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&gt; / &lt;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008376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099816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Greater than / less than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08376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3099816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salary_zar &gt; 100000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30168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&gt;= / &lt;=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538728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630168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Inclusive comparisons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538728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3630168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hire_date &gt;= '2020-01-01'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69080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16052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BETWEEN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069080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4160520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Range including both 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069080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4160520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salary_zar BETWEEN 50000 AND 80000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A"/>
                </a:solidFill>
                <a:latin typeface="Calibri"/>
              </a:rPr>
              <a:t>Use a quick verbal reminder that date comparisons still work because SQL stores dates as proper date values, not loose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Simple WHERE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Learners should see a direct link between a business question and a single filter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salary_zar
FROM employees
WHERE salary_zar &gt; 100000;
SELECT mine_name, mine_type
FROM mines
WHERE mine_type = 'Iron Ore';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filter belongs after FROM and before ORDER BY.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Each condition should read like a clear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AND vs OR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Every condition must be true.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Narrows the result set.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Useful for ‘employees in engineering AND earning above R80,000’.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At least one condition must be true.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Widens the result set.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Useful for ‘Chrome OR Manganese mines’.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When AND and OR appear together, parentheses protect the business meaning of the query.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Combining logical conditions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Parentheses make operator precedence explicit and reduce accidental misinterpretation.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department_id, salary_zar
FROM employees
WHERE (department_id = 2 OR department_id = 3)
  AND salary_zar &gt; 60000;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Without parentheses, SQL applies AND before OR.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Always write the logic the way you would explain it aloud.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BETWEEN, IN, and LIKE are convenience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`BETWEEN` is best when a value must fall inside a range, such as salary bands or date windows.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`IN` reads well when a field may match one of several listed values.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`LIKE` supports pattern matching with `%` for any number of characters and `_` for exactly one character.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The simpler the condition, the easier it is to explain, debug, and teach.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Show that `IN (1,4,6)` is easier to read than three OR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Pattern and list matching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These patterns appear regularly in admin, HR, and operations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job_title
FROM employees
WHERE job_title IN ('Driller', 'Blaster', 'Truck Operator');
SELECT mine_name
FROM mines
WHERE mine_name LIKE 'B%';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IN improves readability for lists.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LIKE is valuable, but it should not replace exact matching without reason.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NULL changes the logic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NULL means ‘unknown’ or ‘not currently stored’, not zero and not an empty string.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Because NULL is not a normal value, `= NULL` and `&lt;&gt; NULL` do not behave as beginners expect.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`IS NULL` to find missing data and `IS NOT NULL` to find stored data.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In the Assmang dataset, a NULL `mine_id` identifies head-office staff rather than site-based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often the first major logic surprise for SQL beginners.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Correct NULL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Null filters are essential in real reporting because optional relationships are common.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job_title
FROM employees
WHERE mine_id IS NULL;
SELECT first_name, last_name, mine_id
FROM employees
WHERE mine_id IS NOT NULL;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pattern separates head-office staff from mine-based staff.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It also prepares learners for LEFT JOIN logic later in the course.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Filtering with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WHERE answers the question: which rows should survive into the result?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AND, OR, and NOT combine conditions but require careful grouping.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NULL needs `IS NULL` / `IS NOT NULL`, not `= NULL`.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`= NULL` instead of `IS NULL`.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Mixing OR and AND without parentheses.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LIKE when an exact match with `=` would be clearer and safer.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Filtering with 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