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1 • 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Sorting and Limiting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04 Sorting And Limiting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Sorting and Limiting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Sort SQL results using ORDER BY with ascending and descending logic.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Apply multi-column sorting to produce stable, readable outputs.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LIMIT and OFFSET for top-N lists and basic pagination.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how ordering fits into the wider query execution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Top earners report.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Latest hires list.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Paginated staff directory.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Budget ranking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sorting matters to business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result set without ORDER BY may be technically correct but hard to interpret.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Sorted outputs support ranking, comparison, and quick decision-making.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Managers often think in ordered lists: highest revenue, newest hire, lowest stock, oldest incident.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The database stores data one way; ORDER BY lets us present it a different way for the reader.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Reinforce that sorted output is a presentation feature, not a change to stored table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Ascending and descending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ASC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DESC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Default sort direction in SQL.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Useful for A→Z, oldest→newest, lowest→highest.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Great for employee directories or chronological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Explicit reverse ordering.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Useful for highest→lowest, newest→oldest, top performers first.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Great for dashboards and leadership summaries.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Use ASC and DESC deliberately so the reader instantly sees the intended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Basic ORDER BY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These queries show how the same data becomes more useful once ordered.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salary_zar
FROM employees
ORDER BY salary_zar DESC;
SELECT mine_name, established_year
FROM mines
ORDER BY established_year ASC;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Descending salary produces an immediate ranking view.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Ascending year helps readers understand historical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Multi-column sort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Primary 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Group rows by the most important ordering field.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Tie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Rows with equal primary values remain ambiguous.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Secondary 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A second column resolves the tie consistently.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Stable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The final list is easier to read and reuse.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Multi-column ORDER BY is the SQL equivalent of saying ‘first sort by department, then within each department sort by salary’.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Multi-column ordering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This is one of the most useful reporting patterns for grouped business 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department_id, last_name, salary_zar
FROM employees
ORDER BY department_id ASC, salary_zar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Readers can review one department at a time.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Within each department, the highest-paid roles appear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LIMIT and OFFSET for pagination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Choose a stable order, such as employee_id or surname.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Skip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OFFSET ignores the earlier rows.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LIMIT returns only the next set of rows.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The next page changes only the OFFSET.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Pagination works best when the sort is predictable; otherwise rows may appear to ‘move’ between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Top-N and page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Two common patterns are the ‘top list’ and the paginated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salary_zar
FROM employees
ORDER BY salary_zar DESC
LIMIT 5;
SELECT employee_id, first_name, last_name
FROM employees
ORDER BY employee_id
LIMIT 5 OFFSET 10;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first query answers ‘Who are the top 5 earners?’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second query answers ‘Show me page 3 when each page contains 5 rows’.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ORDER BY in the execution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SQL does not sort first; it first determines the source rows and any filters.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Only after the result set is assembled does ORDER BY change how that set is displayed.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This is why aliases created in SELECT can often be used in ORDER BY even though they are not available in WHERE.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Understanding sequence prevents many beginner mistakes later in GROUP BY and HAVING.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Link this to the next day: learners need this ordering intuition before aggregation.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Sorting and Limiting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ORDER BY changes presentation order, not stored data.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Sort order should be intentional, not accidental.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LIMIT is most meaningful when combined with an explicit sort.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LIMIT without ORDER BY and assuming the ‘top’ rows are meaningful.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Forgetting that secondary sorts stabilise rows with equal primary values.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Confusing OFFSET counts with page numbers.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Sorting and Limiting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