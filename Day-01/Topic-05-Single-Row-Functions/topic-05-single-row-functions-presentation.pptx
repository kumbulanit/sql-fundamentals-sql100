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1 • 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Single-Row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05 Single Row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Single-Row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Recognise the main categories of single-row functions: string, numeric, date, conversion, and conditional.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functions to transform values without changing stored data.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Apply CASE, COALESCE, and formatting functions in business-facing queries.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Choose functions that clarify results instead of making queries harder to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Readable names and emails.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Salary calculations.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Years of service.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Status labels for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Single-row vs aggregate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Single-row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Aggregate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Processes one row at a time.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Returns one output value per input row.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Examples: UPPER, ROUND, YEAR, COALESCE,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Processes multiple rows together.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Returns one summary value for a set or group.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Examples: COUNT, SUM, AVG, MIN, MAX.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This topic stays at the row level; grouping arrives in Day 2 Topic 06.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Function categories learners should recognise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String functions shape text values into cleaner outputs.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Numeric functions handle rounding, absolute values, and simple mathematical cleanup.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Date functions interpret dates and calculate service periods or reporting windows.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Conditional and null-handling functions help SQL express business meaning, not just raw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Frame functions as tools for presentation and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String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String functions are often the fastest way to make output more readable to humans.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UPPER(last_name) AS surname_caps,
    LOWER(email) AS email_lower,
    CONCAT(first_name, ' ', last_name) AS full_name,
    LENGTH(job_title) AS title_length,
    REPLACE(email, '@assmang.co.za', '') AS username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These functions affect only the result set, not the stored table values.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String cleanup is often necessary before exporting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Numeric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Numeric functions are useful whenever raw values need adjustment or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salary_zar,
    ROUND(salary_zar / 22, 2) AS estimated_daily_rate,
    FLOOR(salary_zar / 1000) AS salary_thousands_floor,
    ABS(salary_zar - 50000) AS distance_from_band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ROUND is common in payroll-style reports.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ABS helps compare distance from a target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Date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Date logic often matters more to the business than the raw stored date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hire_date,
    YEAR(hire_date) AS hire_year,
    DATE_FORMAT(hire_date, '%d %M %Y') AS formatted_hire_date,
    TIMESTAMPDIFF(YEAR, hire_date, CURRENT_DATE()) AS years_service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Formatting makes dates friendlier to readers.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TIMESTAMPDIFF turns a date into business context such as years of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CASE translates values into business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Read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Evaluate the current salary or status value.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Test rule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If the first condition matches, return its label.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Test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If not, continue through later conditions.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Return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Convert raw data into a business-friendly category.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CASE is one of the most powerful beginner tools because it converts data values into reporting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CASE and COALESCE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These functions help SQL explain the data instead of only listing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first_name,
    salary_zar,
    CASE
        WHEN salary_zar &gt;= 100000 THEN 'Executive'
        WHEN salary_zar &gt;= 75000 THEN 'Senior'
        WHEN salary_zar &gt;= 50000 THEN 'Mid-Level'
        ELSE 'Junior'
    END AS salary_band,
    COALESCE(CAST(mine_id AS CHAR), 'Head Office') AS site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CASE categorises raw values into business tiers.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COALESCE provides a fallback when a value is NULL.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Choosing functions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function should improve clarity, not create complexity for its own sake.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If several nested functions are hard to explain aloud, the query may need simplification.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Well-chosen functions make exports and dashboards easier to understand without changing the underlying data model.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In beginner SQL, readability is as important as correctness.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Encourage learners to write SQL they can explain line by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Single-Row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Single-row functions work on one row at a time and return one value per row.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Functions improve readability, classification, and formatting for business outputs.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CASE and COALESCE are especially powerful when data needs interpretation, not just retrieval.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functions everywhere and making simple SQL hard to read.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Confusing formatting logic with stored business logic.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Forgetting that function output is temporary unless data is updated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Single-Row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